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PWA Torneos – Presentación Técnica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Richard Quintero – C.I. 30.380.344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PWA Torneos gestiona torneos de natación, acuatlón y triatlón.</a:t>
            </a:r>
          </a:p>
          <a:p>
            <a:r>
              <a:t>Permite registrar atletas, administrar eventos y mostrar resultados.</a:t>
            </a:r>
          </a:p>
          <a:p>
            <a:r>
              <a:t>Incluye módulo administrativo con autenticación JWT.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Vite</a:t>
            </a:r>
          </a:p>
          <a:p>
            <a:r>
              <a:t>Backend: Node.js + Express</a:t>
            </a:r>
          </a:p>
          <a:p>
            <a:r>
              <a:t>Base de datos: MySQL</a:t>
            </a:r>
          </a:p>
          <a:p>
            <a:r>
              <a:t>Entorno local: XAMPP 3.3.0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Arquitectura del Sistema (Opción C – Tablas)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 err="1"/>
                        <a:t>Componente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Frontend (React + </a:t>
                      </a:r>
                      <a:r>
                        <a:rPr dirty="0" err="1"/>
                        <a:t>Vite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Interfaz, vistas, comunicación con API.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Backend (Node.js + Express)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Rutas, controladores, servicios y JWT.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DB (MySQL)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Tablas de Users, Athletes, Events, Tournaments, Results, Inscriptions.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XAMPP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Servidor</a:t>
                      </a:r>
                      <a:r>
                        <a:rPr dirty="0"/>
                        <a:t> local Apache + MySQL.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Jerarquía del Backend (Opción 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Estructura:</a:t>
            </a:r>
          </a:p>
          <a:p>
            <a:r>
              <a:t>Backend/</a:t>
            </a:r>
          </a:p>
          <a:p>
            <a:r>
              <a:t> ├── routes/</a:t>
            </a:r>
          </a:p>
          <a:p>
            <a:r>
              <a:t> │     ├── auth.routes.js</a:t>
            </a:r>
          </a:p>
          <a:p>
            <a:r>
              <a:t> │     ├── tournaments.routes.js</a:t>
            </a:r>
          </a:p>
          <a:p>
            <a:r>
              <a:t> │     └── athletes.routes.js</a:t>
            </a:r>
          </a:p>
          <a:p>
            <a:r>
              <a:t> ├── controllers/</a:t>
            </a:r>
          </a:p>
          <a:p>
            <a:r>
              <a:t> │     ├── auth.controller.js</a:t>
            </a:r>
          </a:p>
          <a:p>
            <a:r>
              <a:t> │     ├── tournaments.controller.js</a:t>
            </a:r>
          </a:p>
          <a:p>
            <a:r>
              <a:t> │     └── athletes.controller.js</a:t>
            </a:r>
          </a:p>
          <a:p>
            <a:r>
              <a:t> ├── middlewares/</a:t>
            </a:r>
          </a:p>
          <a:p>
            <a:r>
              <a:t> │     └── jwt.middleware.js</a:t>
            </a:r>
          </a:p>
          <a:p>
            <a:r>
              <a:t> ├── services/</a:t>
            </a:r>
          </a:p>
          <a:p>
            <a:r>
              <a:t> │     └── db.service.js</a:t>
            </a:r>
          </a:p>
          <a:p>
            <a:r>
              <a:t> └── app.js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Endpoints API (Opción 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/api/login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Autenticación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/api/tournaments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Listar torneos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/api/tournaments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Crear torneo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/api/athletes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Listar atletas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/api/inscriptions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Registrar inscripción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/api/results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Pública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Instalación y Despliegue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Abrir XAMPP y activar Apache/MySQL.</a:t>
            </a:r>
          </a:p>
          <a:p>
            <a:r>
              <a:t>Importar BD en phpMyAdmin.</a:t>
            </a:r>
          </a:p>
          <a:p>
            <a:r>
              <a:t>Backend: npm install → npm run dev</a:t>
            </a:r>
          </a:p>
          <a:p>
            <a:r>
              <a:t>Frontend: npm install → npm run dev</a:t>
            </a:r>
          </a:p>
          <a:p>
            <a:r>
              <a:t>Acceder vía localhost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Arquitectura clara y completamente documentada.</a:t>
            </a:r>
          </a:p>
          <a:p>
            <a:r>
              <a:t>Diagramas en formato tabular y jerárquico según Opción C.</a:t>
            </a:r>
          </a:p>
          <a:p>
            <a:r>
              <a:t>Cumple con el enunciado solicitado.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291</Words>
  <Application>Microsoft Office PowerPoint</Application>
  <PresentationFormat>Presentación en pantalla (4:3)</PresentationFormat>
  <Paragraphs>77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PWA Torneos – Presentación Técnica</vt:lpstr>
      <vt:lpstr>Descripción del Sistema</vt:lpstr>
      <vt:lpstr>Tecnologías</vt:lpstr>
      <vt:lpstr>Arquitectura del Sistema (Opción C – Tablas)</vt:lpstr>
      <vt:lpstr>Jerarquía del Backend (Opción C)</vt:lpstr>
      <vt:lpstr>Endpoints API (Opción C)</vt:lpstr>
      <vt:lpstr>Instalación y Despliegue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PWA Torneos – Presentación Técnica</dc:title>
  <dc:subject/>
  <dc:creator/>
  <cp:keywords/>
  <dc:description>generated using python-pptx</dc:description>
  <cp:lastModifiedBy>mariafatale2006@gmail.com</cp:lastModifiedBy>
  <cp:revision>2</cp:revision>
  <dcterms:created xsi:type="dcterms:W3CDTF">2013-01-27T09:14:16Z</dcterms:created>
  <dcterms:modified xsi:type="dcterms:W3CDTF">2025-11-24T17:32:36Z</dcterms:modified>
  <cp:category/>
</cp:coreProperties>
</file>